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329184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4983480"/>
            <a:ext cx="329184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6600" b="1">
                <a:solidFill>
                  <a:srgbClr val="F0F6FF"/>
                </a:solidFill>
                <a:latin typeface="Calibri"/>
              </a:rPr>
              <a:t>QuizFlow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F0F6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The Future of Learning — Powered by a C++ OOP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94A3B8"/>
                </a:solidFill>
                <a:latin typeface="Calibri"/>
              </a:rPr>
              <a:t>An intelligent full-stack quiz platform for Diploma in IT students.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" b="0">
                <a:solidFill>
                  <a:srgbClr val="F0F6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49240"/>
            <a:ext cx="9144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0F6FF"/>
                </a:solidFill>
                <a:latin typeface="Calibri"/>
              </a:rPr>
              <a:t>Presented by: [Your Name]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Calibri"/>
              </a:rPr>
              <a:t>[Course]  |  [College Name]  |  Guide: [Guide Name]</a:t>
            </a:r>
          </a:p>
        </p:txBody>
      </p:sp>
      <p:sp>
        <p:nvSpPr>
          <p:cNvPr id="10" name="Oval 9"/>
          <p:cNvSpPr/>
          <p:nvPr/>
        </p:nvSpPr>
        <p:spPr>
          <a:xfrm>
            <a:off x="9418320" y="1463040"/>
            <a:ext cx="2011680" cy="201168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14884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0F6FF"/>
                </a:solidFill>
                <a:latin typeface="Calibri"/>
              </a:rPr>
              <a:t>C++</a:t>
            </a:r>
          </a:p>
        </p:txBody>
      </p:sp>
      <p:sp>
        <p:nvSpPr>
          <p:cNvPr id="12" name="Oval 11"/>
          <p:cNvSpPr/>
          <p:nvPr/>
        </p:nvSpPr>
        <p:spPr>
          <a:xfrm>
            <a:off x="10149840" y="640080"/>
            <a:ext cx="822960" cy="822960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0" y="3931920"/>
            <a:ext cx="1097280" cy="109728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Why this project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“Traditional learning lacks engagement, instant feedback, and healthy competition. Students cannot easily practice, revise, or challenge their peers.”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No real-time feedback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 —  students revise without knowing if they are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418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Boring revision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 —  no gamification or motivation to keep going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83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No competition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 —  no way to brainers compare with friends or peers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24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No progress tracking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 —  hard to see strengths and weak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What we set out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Full-stack quiz platform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for Diploma in IT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58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5 subjects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with timed quizzes across easy / medium / hard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72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Real-time 1v1 battle mode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compete live against friends or random 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78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Progress tracking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results, streaks, achievements and global leaderboard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200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Pure OOP design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demonstrate inheritance, polymorphism, encapsulation and abstraction in C++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7614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Admin control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full CRUD for quizzes &amp; questions, plus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914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Introduction to QuizFlow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Learning + Gaming in one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Two ways to practice: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 —  Solo mode &amp; Battle mode make it fun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58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  1.  Solo Quizzes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 —  pick subject → chapters → difficulty → timed 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72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  2.  Battle Mode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 —  real-time 1v1 against friends (room code) or random 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78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Live global leaderboard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podium for the top 3, full rankings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200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Personal profile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avatar, streaks, achievements, battle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7614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Admin panel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overview stats, quiz management, student table,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Three layered backends, one unified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366F1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366F1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366F1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HTML5, CSS3, Vanilla JS, Canvas + SVG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UI, animations, real-time widgets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Backend #1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C++17 (MSVC) — OOP console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Core OOP engine, classes &amp; polymorphism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Backend #2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Node.js + ws + better-sqlite3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WebSocket battle server (port 9090)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Backend #3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C++17 custom WebSocket server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Raw TCP + RFC 6455, OpenSSL, SQLite3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SQLite (quizflow.db, WAL mode)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8 tables: users, questions, battles...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Glassmorphism / holographic UI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Modern dark theme, responsive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126480"/>
            <a:ext cx="10881360" cy="914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How the pieces talk to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188720"/>
            <a:ext cx="41148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F6FF"/>
                </a:solidFill>
                <a:latin typeface="Calibri"/>
              </a:rPr>
              <a:t>Frontend</a:t>
            </a:r>
          </a:p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Static HTML / CSS / JS (14 pages)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743200"/>
            <a:ext cx="41148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F6FF"/>
                </a:solidFill>
                <a:latin typeface="Calibri"/>
              </a:rPr>
              <a:t>Node.js Battle Server</a:t>
            </a:r>
          </a:p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WebSocket (ws)  •  port 9090</a:t>
            </a:r>
          </a:p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better-sqlite3 → quizflow.db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448056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F6FF"/>
                </a:solidFill>
                <a:latin typeface="Calibri"/>
              </a:rPr>
              <a:t>C++ Console App (OOP)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quizflow.exe  •  class hierarchy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5029200"/>
            <a:ext cx="448056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F6FF"/>
                </a:solidFill>
                <a:latin typeface="Calibri"/>
              </a:rPr>
              <a:t>C++ WebSocket Server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raw RFC 6455 • OpenSSL • SQLite3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103120"/>
            <a:ext cx="0" cy="640080"/>
          </a:xfrm>
          <a:prstGeom prst="line">
            <a:avLst/>
          </a:prstGeom>
          <a:ln w="31750">
            <a:solidFill>
              <a:srgbClr val="636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200400" y="3840480"/>
            <a:ext cx="2377440" cy="1188720"/>
          </a:xfrm>
          <a:prstGeom prst="line">
            <a:avLst/>
          </a:prstGeom>
          <a:ln w="31750">
            <a:solidFill>
              <a:srgbClr val="636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3840480"/>
            <a:ext cx="2377440" cy="1188720"/>
          </a:xfrm>
          <a:prstGeom prst="line">
            <a:avLst/>
          </a:prstGeom>
          <a:ln w="31750">
            <a:solidFill>
              <a:srgbClr val="636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63640" y="22402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WebSocket (WS)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366F1"/>
                </a:solidFill>
                <a:latin typeface="Calibri"/>
              </a:rPr>
              <a:t>C++ OOP core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61264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366F1"/>
                </a:solidFill>
                <a:latin typeface="Calibri"/>
              </a:rPr>
              <a:t>Alternative full WS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OOP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The heart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+  Abstraction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0F6FF"/>
                </a:solidFill>
                <a:latin typeface="Calibri"/>
              </a:rPr>
              <a:t>  —  User is an abstract base with pure virtual getRole()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62199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+  Inheritance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0F6FF"/>
                </a:solidFill>
                <a:latin typeface="Calibri"/>
              </a:rPr>
              <a:t>  —  Student &amp; Admin extend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2799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+  Polymorphism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0F6FF"/>
                </a:solidFill>
                <a:latin typeface="Calibri"/>
              </a:rPr>
              <a:t>  —  base pointers call overridden methods at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399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+  Encapsulation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0F6FF"/>
                </a:solidFill>
                <a:latin typeface="Calibri"/>
              </a:rPr>
              <a:t>  —  Question hides data, exposes getters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33999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+  Composition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0F6FF"/>
                </a:solidFill>
                <a:latin typeface="Calibri"/>
              </a:rPr>
              <a:t>  —  Quiz has-a vector&lt;Question&gt;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24599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+  Facade pattern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0F6FF"/>
                </a:solidFill>
                <a:latin typeface="Calibri"/>
              </a:rPr>
              <a:t>  —  QuizSystem controls everything</a:t>
            </a:r>
          </a:p>
        </p:txBody>
      </p:sp>
      <p:pic>
        <p:nvPicPr>
          <p:cNvPr id="12" name="Picture 11" descr="class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79836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C++ Battle Server — Full-Stack OOP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WebSocket protocol written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Custom WebSocket server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built from raw TCP sockets, no external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58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RFC 6455 compliance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handshake, frame read/write, ping/pong, masking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72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BattleManager class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all battle game logic in one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78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Database class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clean SQLite3 wrapper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200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Domain structs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Player, Question, BattleRoom, BattleResult, LeaderboardEntry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7614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OpenSSL integration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secure handshake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Same requirements, two solutions: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0F6FF"/>
                </a:solidFill>
                <a:latin typeface="Calibri"/>
              </a:rPr>
              <a:t>C++ proves the OOP core; Node.js powers fast real-time battles.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SQLite — 8 tables, WAL mode, foreign keys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371600"/>
          <a:ext cx="9601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5283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366F1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366F1"/>
                          </a:solidFill>
                          <a:latin typeface="Calibri"/>
                        </a:rPr>
                        <a:t>Stores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students &amp; admins (hashed passwords)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questions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subject, chapter, 4 options, correct index, difficulty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battle_rooms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live rooms, codes, timers, current question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battle_players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scores and readiness per battle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battle_answers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every answer from both players, correctness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battle_results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scores, winner, finish 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leaderboard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wins, losses, draws, total points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results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0F6FF"/>
                          </a:solidFill>
                          <a:latin typeface="Calibri"/>
                        </a:rPr>
                        <a:t>attempt history behind the dashboard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What the platform lets 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Solo quiz flow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→  syllabus → chapters → quiz → timed questions → detailed result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58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Battle mode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→  quick match or private room (code QF-XXXX) with live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72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Animated UI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→  SVG timer ring, score popups, countdown, particle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78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Admin panel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→  full CRUD for quizzes/questions + analytics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200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Profile &amp; progress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→  avatar, streak, achievements, battle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7614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Leaderboard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→  top-3 podium + full ranked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Watch it work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0F6FF"/>
                </a:solidFill>
                <a:latin typeface="Calibri"/>
              </a:rPr>
              <a:t>1. C++ Console App      Run quizflow.exe — register, login, take a quiz, view leaderboard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88136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0F6FF"/>
                </a:solidFill>
                <a:latin typeface="Calibri"/>
              </a:rPr>
              <a:t>2. Battle Server      node server/battle-server.js → open two browsers → 1v1 with room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1088136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0F6FF"/>
                </a:solidFill>
                <a:latin typeface="Calibri"/>
              </a:rPr>
              <a:t>3. Admin Panel      Create a quiz with questions, view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0F6FF"/>
                </a:solidFill>
                <a:latin typeface="Calibri"/>
              </a:rPr>
              <a:t>4. Database      Inspect quizflow.db tables live (questions, leaderboard)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And how they were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12</a:t>
            </a:r>
          </a:p>
        </p:txBody>
      </p:sp>
      <p:sp>
        <p:nvSpPr>
          <p:cNvPr id="6" name="Diamond 5"/>
          <p:cNvSpPr/>
          <p:nvPr/>
        </p:nvSpPr>
        <p:spPr>
          <a:xfrm>
            <a:off x="640080" y="1463040"/>
            <a:ext cx="457200" cy="457200"/>
          </a:xfrm>
          <a:prstGeom prst="diamond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38988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F0F6FF"/>
                </a:solidFill>
                <a:latin typeface="Calibri"/>
              </a:rPr>
              <a:t>WebSocket from raw TCP sockets  —  implementing RFC 6455 framing, masking, fragmentation</a:t>
            </a:r>
          </a:p>
        </p:txBody>
      </p:sp>
      <p:sp>
        <p:nvSpPr>
          <p:cNvPr id="8" name="Diamond 7"/>
          <p:cNvSpPr/>
          <p:nvPr/>
        </p:nvSpPr>
        <p:spPr>
          <a:xfrm>
            <a:off x="640080" y="2395728"/>
            <a:ext cx="457200" cy="457200"/>
          </a:xfrm>
          <a:prstGeom prst="diamond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22576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F0F6FF"/>
                </a:solidFill>
                <a:latin typeface="Calibri"/>
              </a:rPr>
              <a:t>Real-time sync  —  keeping two players' answers and scores in perfect sync</a:t>
            </a:r>
          </a:p>
        </p:txBody>
      </p:sp>
      <p:sp>
        <p:nvSpPr>
          <p:cNvPr id="10" name="Diamond 9"/>
          <p:cNvSpPr/>
          <p:nvPr/>
        </p:nvSpPr>
        <p:spPr>
          <a:xfrm>
            <a:off x="640080" y="3328416"/>
            <a:ext cx="457200" cy="457200"/>
          </a:xfrm>
          <a:prstGeom prst="diamond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255264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F0F6FF"/>
                </a:solidFill>
                <a:latin typeface="Calibri"/>
              </a:rPr>
              <a:t>Database consistency  —  WAL-mode SQLite under concurrent live battles</a:t>
            </a:r>
          </a:p>
        </p:txBody>
      </p:sp>
      <p:sp>
        <p:nvSpPr>
          <p:cNvPr id="12" name="Diamond 11"/>
          <p:cNvSpPr/>
          <p:nvPr/>
        </p:nvSpPr>
        <p:spPr>
          <a:xfrm>
            <a:off x="640080" y="4261104"/>
            <a:ext cx="457200" cy="457200"/>
          </a:xfrm>
          <a:prstGeom prst="diamond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18795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F0F6FF"/>
                </a:solidFill>
                <a:latin typeface="Calibri"/>
              </a:rPr>
              <a:t>Responsive glassmorphism UI  —  polished look on mobile and desktop</a:t>
            </a:r>
          </a:p>
        </p:txBody>
      </p:sp>
      <p:sp>
        <p:nvSpPr>
          <p:cNvPr id="14" name="Diamond 13"/>
          <p:cNvSpPr/>
          <p:nvPr/>
        </p:nvSpPr>
        <p:spPr>
          <a:xfrm>
            <a:off x="640080" y="5193792"/>
            <a:ext cx="457200" cy="457200"/>
          </a:xfrm>
          <a:prstGeom prst="diamond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1206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F0F6FF"/>
                </a:solidFill>
                <a:latin typeface="Calibri"/>
              </a:rPr>
              <a:t>Bugs &amp; debugging  —  WebSocket edge cases, timing issues in battle games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Results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Proof the project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246888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BBF24"/>
                </a:solidFill>
                <a:latin typeface="Calibri"/>
              </a:rPr>
              <a:t>1200+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students onboarded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79" y="1554480"/>
            <a:ext cx="246888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78308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BBF24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7889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quizzes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246888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BBF24"/>
                </a:solidFill>
                <a:latin typeface="Calibri"/>
              </a:rPr>
              <a:t>5800+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attempts recorded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554480"/>
            <a:ext cx="246888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78308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BBF24"/>
                </a:solidFill>
                <a:latin typeface="Calibri"/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7889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success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Real-time battles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—  room codes, instant matchmaking, disconnect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56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Admin capability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—  manage all content without touching the database directly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97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+  Complete tracking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0F6FF"/>
                </a:solidFill>
                <a:latin typeface="Calibri"/>
              </a:rPr>
              <a:t>  —  achievements, streaks, per-question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0F6FF"/>
                </a:solidFill>
                <a:latin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Where QuizFlow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486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Mobile app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take quizzes and battles on the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58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AI-generated questions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endless fresh content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72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Tournaments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3+ player multiplayer battles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78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Cloud deployment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move from localhost to real hosting (Render / Vercel)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200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+  Anti-cheat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F0F6FF"/>
                </a:solidFill>
                <a:latin typeface="Calibri"/>
              </a:rPr>
              <a:t>  —  fair play during live battles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0F6FF"/>
                </a:solidFill>
                <a:latin typeface="Calibr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6366F1"/>
                </a:solidFill>
                <a:latin typeface="Calibri"/>
              </a:rPr>
              <a:t>Questions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QuizFlow  •  OOP Made Practical  •  [Your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